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2860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6096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576072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923544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271016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AI-NATIVE SDLC AUTOMATION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14173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FlowForge AI</a:t>
            </a:r>
            <a:endParaRPr lang="en-US" sz="6800" dirty="0"/>
          </a:p>
        </p:txBody>
      </p:sp>
      <p:sp>
        <p:nvSpPr>
          <p:cNvPr id="29" name="Text 27"/>
          <p:cNvSpPr/>
          <p:nvPr/>
        </p:nvSpPr>
        <p:spPr>
          <a:xfrm>
            <a:off x="365760" y="2926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PRD to Executive Dashboard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Orchestrated by AI Agents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4160520"/>
            <a:ext cx="2926080" cy="411480"/>
          </a:xfrm>
          <a:prstGeom prst="rect">
            <a:avLst>
              <a:gd name="adj" fmla="val 1111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API  ·  MIT Applied AI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see the full system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teams waste 60%+ of their time on hand-offs, not code.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20240" cy="292608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19202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days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translating PRDs → FRDs manually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50592" y="1554480"/>
            <a:ext cx="1920240" cy="292608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554480"/>
            <a:ext cx="19202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sprint planning ceremony per team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554480"/>
            <a:ext cx="1920240" cy="292608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554480"/>
            <a:ext cx="19202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🐛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18304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traced back to requirements gaps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3136" y="1554480"/>
            <a:ext cx="1920240" cy="2926080"/>
          </a:xfrm>
          <a:prstGeom prst="rect">
            <a:avLst/>
          </a:prstGeom>
          <a:solidFill>
            <a:srgbClr val="1320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554480"/>
            <a:ext cx="192024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94576" y="30175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meetings that could be 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FlowForge AI orchestrates your entire SDLC — end to end.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914400" cy="9144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FRD + ERD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196596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2423160" y="1508760"/>
            <a:ext cx="914400" cy="9144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Sprint Setup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96596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4160520" y="1508760"/>
            <a:ext cx="914400" cy="9144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PRs + Defects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196596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5897880" y="1508760"/>
            <a:ext cx="914400" cy="9144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Diff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96596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7635240" y="1508760"/>
            <a:ext cx="914400" cy="914400"/>
          </a:xfrm>
          <a:prstGeom prst="ellipse">
            <a:avLst/>
          </a:prstGeom>
          <a:solidFill>
            <a:srgbClr val="1A56D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layers powered by the Anthropic Claude API — zero manual handoffs.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FRD → ERD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auto-generated by Claude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6400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640080"/>
            <a:ext cx="164592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749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PRD Ingestion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JSON 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011680"/>
            <a:ext cx="16459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FRD Generation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Formatted FRD doc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3832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383280"/>
            <a:ext cx="16459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ERD Synthesis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Mermaid ERD diagram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 ·  PRD to ERD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Jira Orchestration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" y="2788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→ Backlog → Jira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in under 10 minutes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6400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640080"/>
            <a:ext cx="16459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749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Orchestrator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Fibonacci-estimated backlog 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011680"/>
            <a:ext cx="164592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121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Writer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Epics, stories, subtasks + ACs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383280"/>
            <a:ext cx="5394960" cy="1097280"/>
          </a:xfrm>
          <a:prstGeom prst="rect">
            <a:avLst/>
          </a:prstGeom>
          <a:solidFill>
            <a:srgbClr val="13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383280"/>
            <a:ext cx="16459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Mapper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Blocking/blocked-by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ceremony: 4 hrs → 45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PRs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Code → PR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auto-created from CI failures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502920"/>
            <a:ext cx="5394960" cy="914400"/>
          </a:xfrm>
          <a:prstGeom prst="rect">
            <a:avLst/>
          </a:prstGeom>
          <a:solidFill>
            <a:srgbClr val="13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502920"/>
            <a:ext cx="16459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576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Generation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978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Scaffolded code + unit test stubs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81912"/>
            <a:ext cx="5394960" cy="914400"/>
          </a:xfrm>
          <a:prstGeom prst="rect">
            <a:avLst/>
          </a:prstGeom>
          <a:solidFill>
            <a:srgbClr val="132040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81912"/>
            <a:ext cx="16459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6550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Creation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 with title, description, Jira link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660904"/>
            <a:ext cx="5394960" cy="914400"/>
          </a:xfrm>
          <a:prstGeom prst="rect">
            <a:avLst/>
          </a:prstGeom>
          <a:solidFill>
            <a:srgbClr val="13204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660904"/>
            <a:ext cx="16459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734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 Detection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3136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Bug ticket from CI failure log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739896"/>
            <a:ext cx="5394960" cy="914400"/>
          </a:xfrm>
          <a:prstGeom prst="rect">
            <a:avLst/>
          </a:prstGeom>
          <a:solidFill>
            <a:srgbClr val="13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3739896"/>
            <a:ext cx="16459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813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03320" y="4215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Optimal dev based on skill + load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71220"/>
          </a:solidFill>
          <a:ln w="12700">
            <a:solidFill>
              <a:srgbClr val="07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Diff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2606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review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human sees the PR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5943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548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 &amp; edge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29844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252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 (SQL injection, XSS, etc.)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0025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568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vs. acceptance criteria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270662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660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threshold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34107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detection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41148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Ready for Human Review or Needs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review  ·  8× faster than average human first pass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Voice Dashboard &amp; Q&amp;A Routing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329184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5488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burndown, velocity trend, defect heatmap, PR throughput — all auto-generated Friday 5 PM.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329184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0128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10-Min Voice Briefing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voice agent narrates the sprint summary. Exec listens on the go — no meeting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06040" cy="3291840"/>
          </a:xfrm>
          <a:prstGeom prst="rect">
            <a:avLst/>
          </a:prstGeom>
          <a:solidFill>
            <a:srgbClr val="132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00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44768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Click-to-Route Q&amp;A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834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taps any metric → routes the question to the PM or assignee via Slack. Response in 24 hrs.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SYSTEM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" y="685800"/>
            <a:ext cx="1097280" cy="64008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Upload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61872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685800"/>
            <a:ext cx="1097280" cy="64008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6464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+ ERD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685800"/>
            <a:ext cx="109728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50208" y="685800"/>
            <a:ext cx="109728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685800"/>
            <a:ext cx="1097280" cy="6400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685800"/>
            <a:ext cx="1097280" cy="6400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71232" y="1005840"/>
            <a:ext cx="16459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35824" y="685800"/>
            <a:ext cx="1097280" cy="6400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35824" y="685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1554480"/>
            <a:ext cx="1600200" cy="3200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Ingestion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011680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Ingestion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4592" y="2578608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2578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Generation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3145536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Synthesis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38528" y="1554480"/>
            <a:ext cx="160020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8528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Planning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38528" y="2011680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38528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Orchestrator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38528" y="2578608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38528" y="2578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Writer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38528" y="3145536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38528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Mapper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12464" y="1554480"/>
            <a:ext cx="160020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12464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Execution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12464" y="2011680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12464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12464" y="2578608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12464" y="2578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12464" y="3145536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12464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12464" y="3712464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12464" y="37124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0" y="1554480"/>
            <a:ext cx="160020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Review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0" y="2011680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Analyzer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0" y="2578608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2578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3145536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60336" y="1554480"/>
            <a:ext cx="160020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0336" y="1554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Reporting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60336" y="2011680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0336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Aggregation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60336" y="2578608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0336" y="25786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260336" y="3145536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0336" y="31455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Briefing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260336" y="3712464"/>
            <a:ext cx="1600200" cy="457200"/>
          </a:xfrm>
          <a:prstGeom prst="rect">
            <a:avLst/>
          </a:prstGeom>
          <a:solidFill>
            <a:srgbClr val="0D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0336" y="37124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Routing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→ Anthropic Claude API  (claude-sonnet-4-20250514)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7142B"/>
          </a:solidFill>
          <a:ln w="12700">
            <a:solidFill>
              <a:srgbClr val="0714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ANTHROPIC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 is the brain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every agent.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2219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full PRDs, large diffs, and complete sprint backlogs in a single call.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15768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715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reasoning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decompose complex FRDs into sprint-ready tasks with high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655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721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includes a rationale — critical for governance.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15384"/>
            <a:ext cx="64008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215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by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4471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built in — AI accelerates, humans decide.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731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claude-sonnet-4-20250514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/v1/messages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Parsing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578608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5786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Generation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3282696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28269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Synthesis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3986784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39867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42048" y="1874520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Scaffolding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2048" y="2578608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25786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42048" y="3282696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328269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Script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42048" y="3986784"/>
            <a:ext cx="1554480" cy="502920"/>
          </a:xfrm>
          <a:prstGeom prst="rect">
            <a:avLst/>
          </a:prstGeom>
          <a:solidFill>
            <a:srgbClr val="0A1E35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39867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Routing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FlowForge AI measurably moves the needle.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3383280"/>
          </a:xfrm>
          <a:prstGeom prst="rect">
            <a:avLst/>
          </a:prstGeom>
          <a:solidFill>
            <a:srgbClr val="0B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75488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status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3383280"/>
          </a:xfrm>
          <a:prstGeom prst="rect">
            <a:avLst/>
          </a:prstGeom>
          <a:solidFill>
            <a:srgbClr val="0B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417320"/>
            <a:ext cx="19202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6002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624328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PRD-to-Jira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20240" cy="3383280"/>
          </a:xfrm>
          <a:prstGeom prst="rect">
            <a:avLst/>
          </a:prstGeom>
          <a:solidFill>
            <a:srgbClr val="0B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4173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002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773168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defects caught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merge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20240" cy="3383280"/>
          </a:xfrm>
          <a:prstGeom prst="rect">
            <a:avLst/>
          </a:prstGeom>
          <a:solidFill>
            <a:srgbClr val="0B1A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41732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6002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922008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briefing vs.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meetings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showcase what's possible when you apply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MIT-level systems thinking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real engineering problems.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468880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34747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 on GitHub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834640"/>
            <a:ext cx="2468880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34747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me on LinkedIn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834640"/>
            <a:ext cx="2468880" cy="1463040"/>
          </a:xfrm>
          <a:prstGeom prst="rect">
            <a:avLst/>
          </a:prstGeom>
          <a:solidFill>
            <a:srgbClr val="0D1F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44768" y="34747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comment — what would you build next?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FlowForge AI  ·  Powered by Anthropic Claude API  ·  github.com/flowforge-ai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2026-03-14T23:03:38Z</dcterms:created>
  <dcterms:modified xsi:type="dcterms:W3CDTF">2026-03-14T23:03:38Z</dcterms:modified>
</cp:coreProperties>
</file>